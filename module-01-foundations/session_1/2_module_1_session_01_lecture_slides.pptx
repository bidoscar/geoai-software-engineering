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7D3C7"/>
                </a:solidFill>
                <a:latin typeface="Aptos"/>
              </a:rPr>
              <a:t>TRAINING GEOAI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Module 1 ·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Developer Workstation,
Terminal &amp; Git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617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DDCE4"/>
                </a:solidFill>
                <a:latin typeface="Aptos"/>
              </a:rPr>
              <a:t>Build a reliable environment and a reproducible engineering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645920"/>
            <a:ext cx="2011680" cy="914400"/>
          </a:xfrm>
          <a:prstGeom prst="roundRect">
            <a:avLst/>
          </a:prstGeom>
          <a:solidFill>
            <a:srgbClr val="224656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971800"/>
            <a:ext cx="2011680" cy="914400"/>
          </a:xfrm>
          <a:prstGeom prst="roundRect">
            <a:avLst/>
          </a:prstGeom>
          <a:solidFill>
            <a:srgbClr val="224656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3264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297680"/>
            <a:ext cx="2011680" cy="914400"/>
          </a:xfrm>
          <a:prstGeom prst="roundRect">
            <a:avLst/>
          </a:prstGeom>
          <a:solidFill>
            <a:srgbClr val="224656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5902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Python, Git and VS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Navigate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the filesystem from PowerShell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PATH and command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63339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work with Git's three states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63339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local history to GitHub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63339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with deliberate commits and pushes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Your development workstation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executes programs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records project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63339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VS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edits and organises project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What PATH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You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The shell searches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directories listed in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63339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It finds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the Python executable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63339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the program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Terminal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pwd / Get-Location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Where am 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dir / 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What is here?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mkdir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Create a folder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63339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cd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Move into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63339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cd 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Move to parent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63339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code 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Open current folder in VS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The Git mental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Working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current files on disk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Staging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changes selected for next snapshot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63339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Repository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committed snapshots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Core local Git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start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inspect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inspect unstaged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63339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add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stage deliberately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63339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record snapshot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63339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log --oneline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inspect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.gitignore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Ignore generated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__pycache__/  *.pyc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Ignore environments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.venv/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63339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Protect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.env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63339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Notebook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.ipynb_checkpoints/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Branches and remotes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inspect branches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branch -M 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rename current branch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63339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git remote -v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inspect remote connections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63339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origin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conventional remote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From local Git to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Create an empty remote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6596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04872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git remote add origin &lt;url&gt;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63339"/>
            <a:ext cx="51663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git push -u origin 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63339"/>
            <a:ext cx="51663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046220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485131"/>
            <a:ext cx="47640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future updates: git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8080"/>
                </a:solidFill>
                <a:latin typeface="Aptos"/>
              </a:rPr>
              <a:t>MODULE 1 · 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739"/>
                </a:solidFill>
                <a:latin typeface="Aptos"/>
              </a:rPr>
              <a:t>Professional rhythm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0" cy="4572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make a focused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status + diff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6596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04872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verify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63339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select intended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63339"/>
            <a:ext cx="3337560" cy="1760219"/>
          </a:xfrm>
          <a:prstGeom prst="roundRect">
            <a:avLst/>
          </a:prstGeom>
          <a:solidFill>
            <a:srgbClr val="FFFFFF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record meaningful snapshot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63339"/>
            <a:ext cx="3337560" cy="1760219"/>
          </a:xfrm>
          <a:prstGeom prst="roundRect">
            <a:avLst/>
          </a:prstGeom>
          <a:solidFill>
            <a:srgbClr val="DDEFEB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4046220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739"/>
                </a:solidFill>
                <a:latin typeface="Aptos"/>
              </a:rPr>
              <a:t>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485131"/>
            <a:ext cx="2935224" cy="98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439"/>
                </a:solidFill>
                <a:latin typeface="Aptos"/>
              </a:rPr>
              <a:t>share/backup remote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7091"/>
                </a:solidFill>
                <a:latin typeface="Aptos"/>
              </a:rPr>
              <a:t>TRAINING GEOAI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B709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SESSION 1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 reliable workflow before GeoAI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6654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Know where you are in the filesystem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6090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Know which executable your shell can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3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552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Inspect before changing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496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Stage intentionally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4398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Commit coherent snapshots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7D3C7"/>
                </a:solidFill>
                <a:latin typeface="Apto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0383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Push local history to a remote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DDCE4"/>
                </a:solidFill>
                <a:latin typeface="Aptos"/>
              </a:rPr>
              <a:t>Next: represent environmental observations as structured, multidimensional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